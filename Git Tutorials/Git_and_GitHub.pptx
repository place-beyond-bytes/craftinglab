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76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about.gitlab.com/solutions/github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869680" y="3291840"/>
            <a:ext cx="4023360" cy="4023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609344"/>
            <a:ext cx="438912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542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PRACTICAL GUIDE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2852928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7600" dirty="0"/>
          </a:p>
        </p:txBody>
      </p:sp>
      <p:sp>
        <p:nvSpPr>
          <p:cNvPr id="7" name="Text 3"/>
          <p:cNvSpPr/>
          <p:nvPr/>
        </p:nvSpPr>
        <p:spPr>
          <a:xfrm>
            <a:off x="640080" y="4334256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working directory to the cloud — version control, branching, merging, and collaboration explained step by step.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40080" y="5669280"/>
            <a:ext cx="29260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815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Mahnoor Shahid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THINGS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not the same as GitHub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74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8" name="Text 5"/>
          <p:cNvSpPr/>
          <p:nvPr/>
        </p:nvSpPr>
        <p:spPr>
          <a:xfrm>
            <a:off x="2103120" y="2331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51560" y="32004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tool that does the work. It runs locally on your own computer and tracks every change you make to your files.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074920" cy="2788920"/>
          </a:xfrm>
          <a:prstGeom prst="roundRect">
            <a:avLst>
              <a:gd name="adj" fmla="val 3279"/>
            </a:avLst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7696375" y="2410125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629400" y="32004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 where that work is hosted and served online — a central hub where teams store, share, and collaborate on their code.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489204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FBEAE6"/>
          </a:solidFill>
          <a:ln w="12700">
            <a:solidFill>
              <a:srgbClr val="F3C9B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05840" y="5230368"/>
            <a:ext cx="566928" cy="56692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241" y="537776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892040"/>
            <a:ext cx="9189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7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connected, but different. </a:t>
            </a:r>
            <a:r>
              <a:rPr lang="en-US" sz="15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</a:t>
            </a:r>
            <a:r>
              <a:rPr lang="en-US" sz="15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r>
              <a:rPr lang="en-US" sz="15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GitHub is one popular </a:t>
            </a:r>
            <a:r>
              <a:rPr lang="en-US" sz="15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r>
              <a:rPr lang="en-US" sz="15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host Git repositories — alongside GitLab and Bitbucket.</a:t>
            </a:r>
            <a:endParaRPr lang="en-US" sz="1500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ED4FA7DB-C499-4B83-A6A4-86DCE7D8E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81" y="2363724"/>
            <a:ext cx="438912" cy="4389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6C7BDC2-8B7C-40AD-B910-B32929862E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647554" y="2164468"/>
            <a:ext cx="828255" cy="808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Git?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a </a:t>
            </a:r>
            <a:r>
              <a:rPr lang="en-US" sz="22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system</a:t>
            </a:r>
            <a:r>
              <a:rPr lang="en-US" sz="2200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 tool that constantly tracks every change you make to your files.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almost any file — code, text, images, even video — not just source code. It let’s you keep the multiple versions of the same file and you can roll back to any earlier version whenever you need 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Linus Torvalds — the creator of Linux.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121408"/>
            <a:ext cx="658368" cy="65836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76" y="2292584"/>
            <a:ext cx="316017" cy="3160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82512" y="2852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82512" y="31821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lines were edited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61120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235440" y="2121408"/>
            <a:ext cx="658368" cy="65836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616" y="2292584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17152" y="2852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changed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217152" y="31821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time of every edit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26480" y="3840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4133088"/>
            <a:ext cx="658368" cy="65836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76" y="4304264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82512" y="48646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changed it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82512" y="51937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of each change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61120" y="3840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35440" y="4133088"/>
            <a:ext cx="658368" cy="65836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616" y="4304264"/>
            <a:ext cx="316017" cy="31601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17152" y="48646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happened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17152" y="51937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and folder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version control solves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731520" cy="73152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" y="23847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ship the work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4472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code written. The client loves it — everything's great.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287121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9120" y="187452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2194560"/>
            <a:ext cx="731520" cy="73152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355" y="238475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requested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709160" y="34472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 later the client asks for updates. You overwrite the original.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2871216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8160" y="187452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58200" y="2194560"/>
            <a:ext cx="731520" cy="73152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395" y="2384755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58200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 back!”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58200" y="34472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later: “the old version was better.” But it's already gone.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0080" y="46634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4292E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1051560" y="502920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868" y="5207508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011680" y="4663440"/>
            <a:ext cx="9144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keeps every version safely stored. </a:t>
            </a: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return to any previous state at any moment — without ever losing a thing.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vs. Remote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67128"/>
            <a:ext cx="868680" cy="8686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17" y="2392985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103120" y="25328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computer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15468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write code and do all your work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files, edits, and complete change history live here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</a:t>
            </a:r>
            <a:r>
              <a:rPr lang="en-US" sz="1450" dirty="0">
                <a:solidFill>
                  <a:srgbClr val="24292E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git init </a:t>
            </a:r>
            <a:r>
              <a:rPr lang="en-US" sz="14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runs entirely offline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24292E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16712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257" y="2392985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0" y="25328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cloud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75120" y="315468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hub everyone can push their work to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teams see, edit, and share in one place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GitHub — also GitLab or Bitbucket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58968" y="3456432"/>
            <a:ext cx="1005840" cy="768096"/>
          </a:xfrm>
          <a:prstGeom prst="ellipse">
            <a:avLst/>
          </a:prstGeom>
          <a:solidFill>
            <a:srgbClr val="F05033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58968" y="3456432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GitHub like Google Drive for your code — a cloud backup that makes collaboration and access from anywhere possible.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2395728" cy="306324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7048" y="221284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753" y="2412553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30540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16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987552" y="3767328"/>
            <a:ext cx="1847088" cy="384048"/>
          </a:xfrm>
          <a:prstGeom prst="roundRect">
            <a:avLst>
              <a:gd name="adj" fmla="val 11905"/>
            </a:avLst>
          </a:prstGeom>
          <a:solidFill>
            <a:srgbClr val="EAEEF2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37673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&amp; save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6112" y="427939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create and edit files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93008" y="1920240"/>
            <a:ext cx="2395728" cy="306324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06824" y="221284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529" y="2412553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0168" y="30540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6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3767328" y="3767328"/>
            <a:ext cx="1847088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/>
        </p:spPr>
      </p:sp>
      <p:sp>
        <p:nvSpPr>
          <p:cNvPr id="17" name="Text 13"/>
          <p:cNvSpPr/>
          <p:nvPr/>
        </p:nvSpPr>
        <p:spPr>
          <a:xfrm>
            <a:off x="3767328" y="37673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675888" y="427939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marked ready to save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72784" y="1920240"/>
            <a:ext cx="2395728" cy="306324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86600" y="221284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305" y="2412553"/>
            <a:ext cx="368686" cy="36868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9944" y="30540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6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6547104" y="3767328"/>
            <a:ext cx="1847088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/>
        </p:spPr>
      </p:sp>
      <p:sp>
        <p:nvSpPr>
          <p:cNvPr id="24" name="Text 19"/>
          <p:cNvSpPr/>
          <p:nvPr/>
        </p:nvSpPr>
        <p:spPr>
          <a:xfrm>
            <a:off x="6547104" y="37673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55664" y="427939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permanently committed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052560" y="1920240"/>
            <a:ext cx="2395728" cy="3063240"/>
          </a:xfrm>
          <a:prstGeom prst="roundRect">
            <a:avLst>
              <a:gd name="adj" fmla="val 3435"/>
            </a:avLst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866376" y="221284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6081" y="2412553"/>
            <a:ext cx="368686" cy="36868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89720" y="30540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6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50" dirty="0"/>
          </a:p>
        </p:txBody>
      </p:sp>
      <p:sp>
        <p:nvSpPr>
          <p:cNvPr id="30" name="Shape 24"/>
          <p:cNvSpPr/>
          <p:nvPr/>
        </p:nvSpPr>
        <p:spPr>
          <a:xfrm>
            <a:off x="9326880" y="3767328"/>
            <a:ext cx="1847088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/>
        </p:spPr>
      </p:sp>
      <p:sp>
        <p:nvSpPr>
          <p:cNvPr id="31" name="Text 25"/>
          <p:cNvSpPr/>
          <p:nvPr/>
        </p:nvSpPr>
        <p:spPr>
          <a:xfrm>
            <a:off x="9326880" y="37673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235440" y="427939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to GitHub</a:t>
            </a:r>
            <a:endParaRPr lang="en-US" sz="11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6392" y="2468880"/>
            <a:ext cx="329184" cy="329184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168" y="2468880"/>
            <a:ext cx="329184" cy="329184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944" y="2468880"/>
            <a:ext cx="329184" cy="32918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BEAE6"/>
          </a:solidFill>
          <a:ln w="12700">
            <a:solidFill>
              <a:srgbClr val="F3C9B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1005840" y="534924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C7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area is a middle ground — </a:t>
            </a:r>
            <a:r>
              <a:rPr lang="en-US" sz="14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review and adjust your changes before locking them in. Master this flow and the rest of Git falls into place.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from scratch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14884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2315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Install Git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37360" y="235000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the official Git site for Windows, macOS, or Linux and run the installer.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32688" y="3721608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9" y="388802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5570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Verify install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737360" y="392277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terminal (or Git Bash) and confirm the version that was installed.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928616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5294376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9" y="5460797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5129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Initialize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737360" y="549554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into your project folder and tell Git to start tracking everything inside it.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0807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terminal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080760" y="214884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281928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09360" y="29992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2.x.x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080760" y="3520440"/>
            <a:ext cx="4937760" cy="1874520"/>
          </a:xfrm>
          <a:prstGeom prst="roundRect">
            <a:avLst>
              <a:gd name="adj" fmla="val 292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281928" y="352044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Desktop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git-1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git-1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309360" y="5486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Initialized empty Git repository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080760" y="5897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creates a hidden .git folder — the core of your project where Git stores all its history.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start a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749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42" y="23509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945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 locally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0175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folder on your machine into a Git repository.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97280" y="365760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98448" y="36576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50749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48840"/>
            <a:ext cx="777240" cy="77724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82" y="235092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1945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from remote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675120" y="30175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 existing repository from GitHub down to your machine.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675120" y="365760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876288" y="36576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24292E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005840" y="5550408"/>
            <a:ext cx="512064" cy="512064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977" y="568354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5349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a .git folder is created. </a:t>
            </a: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the repository is made, Git initialization is what makes version tracking possible.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COMMAND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what changed: git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1122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always watching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moment you can run git status to see a clear summary of your working directory: which files are new, which were modified, and which are staged.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7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projects you work across many files at once — git status keeps the whole picture in view.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874520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2103120"/>
            <a:ext cx="4892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not staged for commit: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modified:   1.txt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modified:   2.txt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4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my-folder/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OF 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changes: git add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tells Git: “these changes are ready for the next commit.” There are several ways to stage, with one key difference around deleted files.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--all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2468880"/>
            <a:ext cx="5989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6088" y="2587752"/>
            <a:ext cx="475488" cy="475488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15" y="2711379"/>
            <a:ext cx="228234" cy="2282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24688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everything across the whole project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10128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31012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74920" y="3310128"/>
            <a:ext cx="5989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76088" y="3429000"/>
            <a:ext cx="475488" cy="475488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15" y="3552627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0" y="331012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 in the current directory and below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" y="4151376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" y="415137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*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74920" y="4151376"/>
            <a:ext cx="5989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76088" y="4270248"/>
            <a:ext cx="475488" cy="47548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715" y="4393875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43600" y="415137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new &amp; modified files — but NOT deletions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40080" y="4992624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8680" y="499262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1.txt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folder/3.txt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074920" y="4992624"/>
            <a:ext cx="5989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276088" y="5111496"/>
            <a:ext cx="475488" cy="475488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15" y="5235123"/>
            <a:ext cx="228234" cy="22823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943600" y="499262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one specific file by name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40080" y="5833872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68680" y="583387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074920" y="5833872"/>
            <a:ext cx="5989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276088" y="5952744"/>
            <a:ext cx="475488" cy="475488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715" y="6076371"/>
            <a:ext cx="228234" cy="22823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943600" y="583387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 everything, back to the working directory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OF 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for good: git commit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= permanently saving staged changes to your local repository, locking them in as a recorded version of your project's history.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checking yourself in the mirror before leaving for a party — the staging area is your last chance to fix anything before you commit.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648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commit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210312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27648" y="2103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"made some changes"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26480" y="29443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-m flag attaches a short message describing what you changed.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611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setup (your identity)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27648" y="39319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"you@mail.com"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attaches this name and email to every commit, so each change is traceable to its author.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&amp; UNDO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files and undoing changes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075688"/>
            <a:ext cx="658368" cy="65836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64" y="224686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0939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a file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898648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898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rm 4.txt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6112" y="3374136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file &amp; stage the deletion in one step</a:t>
            </a:r>
            <a:endParaRPr lang="en-US" sz="1130" dirty="0"/>
          </a:p>
        </p:txBody>
      </p:sp>
      <p:sp>
        <p:nvSpPr>
          <p:cNvPr id="12" name="Shape 9"/>
          <p:cNvSpPr/>
          <p:nvPr/>
        </p:nvSpPr>
        <p:spPr>
          <a:xfrm>
            <a:off x="868680" y="39319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931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rm -f 4.txt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96112" y="4407408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Force-delete a file with uncommitted edits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868680" y="4965192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965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rm --cached 4.txt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96112" y="5440680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 but keep the file on disk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4325112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17720" y="2075688"/>
            <a:ext cx="658368" cy="65836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896" y="2246864"/>
            <a:ext cx="316017" cy="31601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04104" y="20939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the stage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553712" y="2898648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23" name="Text 19"/>
          <p:cNvSpPr/>
          <p:nvPr/>
        </p:nvSpPr>
        <p:spPr>
          <a:xfrm>
            <a:off x="4690872" y="2898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81144" y="3374136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 changes — keeps your edited files</a:t>
            </a:r>
            <a:endParaRPr lang="en-US" sz="1130" dirty="0"/>
          </a:p>
        </p:txBody>
      </p:sp>
      <p:sp>
        <p:nvSpPr>
          <p:cNvPr id="25" name="Shape 21"/>
          <p:cNvSpPr/>
          <p:nvPr/>
        </p:nvSpPr>
        <p:spPr>
          <a:xfrm>
            <a:off x="4553712" y="39319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26" name="Text 22"/>
          <p:cNvSpPr/>
          <p:nvPr/>
        </p:nvSpPr>
        <p:spPr>
          <a:xfrm>
            <a:off x="4690872" y="3931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81144" y="4407408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everything back to the last commit</a:t>
            </a:r>
            <a:endParaRPr lang="en-US" sz="1130" dirty="0"/>
          </a:p>
        </p:txBody>
      </p:sp>
      <p:sp>
        <p:nvSpPr>
          <p:cNvPr id="28" name="Shape 24"/>
          <p:cNvSpPr/>
          <p:nvPr/>
        </p:nvSpPr>
        <p:spPr>
          <a:xfrm>
            <a:off x="4553712" y="4965192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29" name="Text 25"/>
          <p:cNvSpPr/>
          <p:nvPr/>
        </p:nvSpPr>
        <p:spPr>
          <a:xfrm>
            <a:off x="4690872" y="4965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581144" y="5440680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the most recent commit entirely</a:t>
            </a:r>
            <a:endParaRPr lang="en-US" sz="1130" dirty="0"/>
          </a:p>
        </p:txBody>
      </p:sp>
      <p:sp>
        <p:nvSpPr>
          <p:cNvPr id="31" name="Shape 27"/>
          <p:cNvSpPr/>
          <p:nvPr/>
        </p:nvSpPr>
        <p:spPr>
          <a:xfrm>
            <a:off x="8010144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302752" y="2075688"/>
            <a:ext cx="658368" cy="658368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928" y="2246864"/>
            <a:ext cx="316017" cy="31601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089136" y="20939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 work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8238744" y="2898648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36" name="Text 31"/>
          <p:cNvSpPr/>
          <p:nvPr/>
        </p:nvSpPr>
        <p:spPr>
          <a:xfrm>
            <a:off x="8375904" y="2898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1.txt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8266176" y="3374136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a file to its last committed state</a:t>
            </a:r>
            <a:endParaRPr lang="en-US" sz="1130" dirty="0"/>
          </a:p>
        </p:txBody>
      </p:sp>
      <p:sp>
        <p:nvSpPr>
          <p:cNvPr id="38" name="Shape 33"/>
          <p:cNvSpPr/>
          <p:nvPr/>
        </p:nvSpPr>
        <p:spPr>
          <a:xfrm>
            <a:off x="8238744" y="39319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39" name="Text 34"/>
          <p:cNvSpPr/>
          <p:nvPr/>
        </p:nvSpPr>
        <p:spPr>
          <a:xfrm>
            <a:off x="8375904" y="3931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.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8266176" y="4407408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every file in the repository</a:t>
            </a:r>
            <a:endParaRPr lang="en-US" sz="1130" dirty="0"/>
          </a:p>
        </p:txBody>
      </p:sp>
      <p:sp>
        <p:nvSpPr>
          <p:cNvPr id="41" name="Shape 36"/>
          <p:cNvSpPr/>
          <p:nvPr/>
        </p:nvSpPr>
        <p:spPr>
          <a:xfrm>
            <a:off x="8238744" y="4965192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/>
        </p:spPr>
      </p:sp>
      <p:sp>
        <p:nvSpPr>
          <p:cNvPr id="42" name="Text 37"/>
          <p:cNvSpPr/>
          <p:nvPr/>
        </p:nvSpPr>
        <p:spPr>
          <a:xfrm>
            <a:off x="8375904" y="4965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.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8266176" y="5440680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 without changing the files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Reviewing the past: log &amp; diff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20308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47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your full commit history — each commit's message, author, and unique commit ID.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3520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3891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526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 update 1.txt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9f8e7d6  merging main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5c4b3a2  added files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897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one-line-per-commit view, with shortened commit IDs.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828800"/>
            <a:ext cx="777240" cy="77724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562" y="2030882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1847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26480" y="26974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commits and shows exactly what changed between them.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26480" y="338328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327648" y="3383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&lt;newer-id&gt; &lt;older-id&gt;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26480" y="425196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55080" y="440740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stays the same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removed in red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added in green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126480" y="5897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newer commit first to see what's new relative to the older one.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Branching: work without breaking things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24292E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777240" cy="7772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42" y="23509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kitchen analogy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30632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the main kitchen serving customers. To try a new recipe you don't experiment there — you use a separate test kitchen, perfect the dish, then bring it back.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separate line of development. The default branch is main (formerly master). New branches inherit the current state of the branch you're on.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2648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branches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19456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82512" y="2404872"/>
            <a:ext cx="493776" cy="49377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894" y="2533254"/>
            <a:ext cx="237012" cy="2370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040880" y="2340864"/>
            <a:ext cx="425196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/>
        </p:spPr>
      </p:sp>
      <p:sp>
        <p:nvSpPr>
          <p:cNvPr id="16" name="Text 12"/>
          <p:cNvSpPr/>
          <p:nvPr/>
        </p:nvSpPr>
        <p:spPr>
          <a:xfrm>
            <a:off x="7178040" y="23408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040880" y="27249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branches (current marked with *)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3227832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3438144"/>
            <a:ext cx="493776" cy="49377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894" y="3566526"/>
            <a:ext cx="237012" cy="2370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040880" y="3374136"/>
            <a:ext cx="425196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/>
        </p:spPr>
      </p:sp>
      <p:sp>
        <p:nvSpPr>
          <p:cNvPr id="22" name="Text 17"/>
          <p:cNvSpPr/>
          <p:nvPr/>
        </p:nvSpPr>
        <p:spPr>
          <a:xfrm>
            <a:off x="7178040" y="33741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development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040880" y="37581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26480" y="426110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82512" y="4471416"/>
            <a:ext cx="493776" cy="49377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894" y="4599798"/>
            <a:ext cx="237012" cy="23701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040880" y="4407408"/>
            <a:ext cx="425196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/>
        </p:spPr>
      </p:sp>
      <p:sp>
        <p:nvSpPr>
          <p:cNvPr id="28" name="Text 22"/>
          <p:cNvSpPr/>
          <p:nvPr/>
        </p:nvSpPr>
        <p:spPr>
          <a:xfrm>
            <a:off x="7178040" y="44074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development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040880" y="47914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that branch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126480" y="529437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382512" y="5504688"/>
            <a:ext cx="493776" cy="49377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894" y="5633070"/>
            <a:ext cx="237012" cy="23701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040880" y="5440680"/>
            <a:ext cx="425196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/>
        </p:spPr>
      </p:sp>
      <p:sp>
        <p:nvSpPr>
          <p:cNvPr id="34" name="Text 27"/>
          <p:cNvSpPr/>
          <p:nvPr/>
        </p:nvSpPr>
        <p:spPr>
          <a:xfrm>
            <a:off x="7178040" y="5440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7040880" y="58247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to main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branches &amp; resolving conflicts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03120"/>
            <a:ext cx="731520" cy="73152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55" y="22933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21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28803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 changes from two branches into one. Once a feature is tested and stable, you merge it back into main.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06908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" y="40690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development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5212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receiving branch, then merge the other branch into 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1783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BEAE6"/>
          </a:solidFill>
          <a:ln w="12700">
            <a:solidFill>
              <a:srgbClr val="F3C9BF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155" y="229331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21214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conflicts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583680" y="2880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 when the same part of the same file was changed differently in two branches. Git can't decide — so it asks you to.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26480" y="411480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423367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marks the conflicting sections in the file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126480" y="4773168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489204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4773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which changes to keep — or combine both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126480" y="5431536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5550408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66560" y="54315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the resolved file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THE REMOTE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Push, fetch &amp; pull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10312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2340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2688" y="361188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local commits up to the remote (e.g. GitHub).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5112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8132" y="2103120"/>
            <a:ext cx="914400" cy="91440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23408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07992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17720" y="361188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remote changes into your local repo — without merging them yet.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10144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13164" y="2103120"/>
            <a:ext cx="914400" cy="91440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908" y="234086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93024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02752" y="361188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merge in one step — your files update immediately.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40080" y="52120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r>
              <a:rPr lang="en-US" sz="22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WORK ASIDE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Stashing: git stash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914400" cy="9144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without losing progress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Half-finished work that isn't ready to commit? Stash temporarily sets it aside so you can switch branches freely, then bring it back later.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93776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49377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2695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42048" y="2148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446520" y="28072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your changes AND removes them from the stash list.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46520" y="3374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cut — taken out permanently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26480" y="402336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941" y="45098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42048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46520" y="50474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your changes but KEEPS them in the stash for reuse.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46520" y="5614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copy — stays available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REWRITING HISTORY — CAREFULLY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Revert vs. reset, and rebase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57400"/>
            <a:ext cx="603504" cy="603504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" y="221431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2743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a commit by creating a NEW commit that reverses it. History stays clean and traceable — nothing is erased.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057400"/>
            <a:ext cx="603504" cy="603504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91" y="221431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44568" y="2743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back to an earlier commit and discards everything after it — leaving no record of the removed commits.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863840" y="1783080"/>
            <a:ext cx="3657600" cy="2331720"/>
          </a:xfrm>
          <a:prstGeom prst="roundRect">
            <a:avLst>
              <a:gd name="adj" fmla="val 3529"/>
            </a:avLst>
          </a:prstGeom>
          <a:solidFill>
            <a:srgbClr val="24292E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2057400"/>
            <a:ext cx="603504" cy="603504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071" y="221431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0" y="20756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156448" y="2743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Re-applies your branch's commits on top of another branch, producing a cleaner, linear history instead of extra merge commits.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43891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BEAE6"/>
          </a:solidFill>
          <a:ln w="12700">
            <a:solidFill>
              <a:srgbClr val="F3C9BF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4892040"/>
            <a:ext cx="685800" cy="6858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588" y="50703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57400" y="4389120"/>
            <a:ext cx="9326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C7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rebase with caution on shared branches.  </a:t>
            </a:r>
            <a:r>
              <a:rPr lang="en-US" sz="14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rewrites commit history (commit IDs change), it can break things for collaborators. It's safe on your own local branches — just don't rewrite commits already pushed to a shared remote.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ON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pull request (PR)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420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914400" cy="91440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“Please review and merge my changes”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asks to merge your branch into another — usually main. It's how teams review code before it's accepted, keeping the main branch stable.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257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7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gets reviewed first, then merged — so the team collaborates safely and efficiently.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2512" y="1993392"/>
            <a:ext cx="603504" cy="603504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2" name="Text 9"/>
          <p:cNvSpPr/>
          <p:nvPr/>
        </p:nvSpPr>
        <p:spPr>
          <a:xfrm>
            <a:off x="6382512" y="19933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17804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PR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178040" y="233172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base branch (main) and compare branch (development)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26480" y="2916936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82512" y="3127248"/>
            <a:ext cx="603504" cy="603504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178040" y="3081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diff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178040" y="34655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shows every file, line added, and line removed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26480" y="4050792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82512" y="4261104"/>
            <a:ext cx="603504" cy="603504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2" name="Text 19"/>
          <p:cNvSpPr/>
          <p:nvPr/>
        </p:nvSpPr>
        <p:spPr>
          <a:xfrm>
            <a:off x="6382512" y="4261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178040" y="4215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&amp; commit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178040" y="459943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 on the conversation and commits tabs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126480" y="5184648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82512" y="5394960"/>
            <a:ext cx="603504" cy="603504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7" name="Text 24"/>
          <p:cNvSpPr/>
          <p:nvPr/>
        </p:nvSpPr>
        <p:spPr>
          <a:xfrm>
            <a:off x="6382512" y="5394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7178040" y="5349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&amp; close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7178040" y="57332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merge — updates flow into main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144000" y="36576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all comes back to one workflow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1E22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13332" y="262432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037" y="2824033"/>
            <a:ext cx="368686" cy="3686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502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" y="38862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 in your working directory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3291840"/>
            <a:ext cx="274320" cy="274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29000" y="233172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1E22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302252" y="262432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1957" y="2824033"/>
            <a:ext cx="368686" cy="3686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66160" y="3502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3611880" y="38862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changes you want to keep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291840"/>
            <a:ext cx="274320" cy="27432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217920" y="233172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1E22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7091172" y="262432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0877" y="2824033"/>
            <a:ext cx="368686" cy="36868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355080" y="3502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6400800" y="38862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to save to the local repo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3291840"/>
            <a:ext cx="274320" cy="27432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9006840" y="233172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1E22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9880092" y="2624328"/>
            <a:ext cx="768096" cy="768096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9797" y="2824033"/>
            <a:ext cx="368686" cy="36868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144000" y="3502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800" dirty="0"/>
          </a:p>
        </p:txBody>
      </p:sp>
      <p:sp>
        <p:nvSpPr>
          <p:cNvPr id="27" name="Text 17"/>
          <p:cNvSpPr/>
          <p:nvPr/>
        </p:nvSpPr>
        <p:spPr>
          <a:xfrm>
            <a:off x="9189720" y="38862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D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 share on the remote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640080" y="5074920"/>
            <a:ext cx="27432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640080" y="5257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keeps every version safe. GitHub makes collaboration possible. Master this loop and the rest of Git falls into place.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1945</Words>
  <Application>Microsoft Office PowerPoint</Application>
  <PresentationFormat>Custom</PresentationFormat>
  <Paragraphs>294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— A Complete Guide</dc:title>
  <dc:subject>PptxGenJS Presentation</dc:subject>
  <dc:creator>Mahnoor Shahid</dc:creator>
  <cp:lastModifiedBy>Mahnoor Shahid</cp:lastModifiedBy>
  <cp:revision>4</cp:revision>
  <dcterms:created xsi:type="dcterms:W3CDTF">2026-06-17T17:34:29Z</dcterms:created>
  <dcterms:modified xsi:type="dcterms:W3CDTF">2026-06-17T19:22:35Z</dcterms:modified>
</cp:coreProperties>
</file>